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72" r:id="rId2"/>
    <p:sldId id="264" r:id="rId3"/>
    <p:sldId id="265" r:id="rId4"/>
    <p:sldId id="267" r:id="rId5"/>
    <p:sldId id="266" r:id="rId6"/>
    <p:sldId id="273" r:id="rId7"/>
    <p:sldId id="271" r:id="rId8"/>
    <p:sldId id="269" r:id="rId9"/>
    <p:sldId id="270" r:id="rId10"/>
    <p:sldId id="268" r:id="rId11"/>
  </p:sldIdLst>
  <p:sldSz cx="172180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xample 1" id="{3763F587-86EC-3C43-880A-52568D8B800B}">
          <p14:sldIdLst>
            <p14:sldId id="272"/>
            <p14:sldId id="264"/>
            <p14:sldId id="265"/>
            <p14:sldId id="267"/>
            <p14:sldId id="266"/>
          </p14:sldIdLst>
        </p14:section>
        <p14:section name="Example 2" id="{B28EDA8D-2FBB-A644-8DE6-4FD0E78C9F43}">
          <p14:sldIdLst>
            <p14:sldId id="273"/>
            <p14:sldId id="271"/>
            <p14:sldId id="269"/>
            <p14:sldId id="270"/>
            <p14:sldId id="2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4AADBE-A8A3-C74A-95F2-21E6AEA2FF11}" v="1" dt="2026-04-02T21:20:36.8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84"/>
    <p:restoredTop sz="94630"/>
  </p:normalViewPr>
  <p:slideViewPr>
    <p:cSldViewPr snapToGrid="0">
      <p:cViewPr>
        <p:scale>
          <a:sx n="120" d="100"/>
          <a:sy n="120" d="100"/>
        </p:scale>
        <p:origin x="2128" y="2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98456E-19FD-7249-8702-D7485BC7A545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44500" y="1143000"/>
            <a:ext cx="7747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0299EC-7734-6F4C-8003-21E42A54EF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6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196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395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591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789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985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3182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200380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7576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52253" y="1122363"/>
            <a:ext cx="12913519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52253" y="3602038"/>
            <a:ext cx="12913519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99AFE-AC2A-FF44-BF32-A205BDD261FA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D3624-0008-B043-8829-8C8450123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147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99AFE-AC2A-FF44-BF32-A205BDD261FA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D3624-0008-B043-8829-8C8450123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711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4771" y="1709738"/>
            <a:ext cx="1485054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4771" y="4589464"/>
            <a:ext cx="1485054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99AFE-AC2A-FF44-BF32-A205BDD261FA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D3624-0008-B043-8829-8C8450123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414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3739" y="1825625"/>
            <a:ext cx="731766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16625" y="1825625"/>
            <a:ext cx="731766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99AFE-AC2A-FF44-BF32-A205BDD261FA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D3624-0008-B043-8829-8C8450123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845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5982" y="365126"/>
            <a:ext cx="14850547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5983" y="1681163"/>
            <a:ext cx="728403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5983" y="2505075"/>
            <a:ext cx="728403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16625" y="1681163"/>
            <a:ext cx="731990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16625" y="2505075"/>
            <a:ext cx="731990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99AFE-AC2A-FF44-BF32-A205BDD261FA}" type="datetimeFigureOut">
              <a:rPr lang="en-US" smtClean="0"/>
              <a:t>4/1/26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D3624-0008-B043-8829-8C8450123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460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99AFE-AC2A-FF44-BF32-A205BDD261FA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D3624-0008-B043-8829-8C8450123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04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99AFE-AC2A-FF44-BF32-A205BDD261FA}" type="datetimeFigureOut">
              <a:rPr lang="en-US" smtClean="0"/>
              <a:t>4/1/26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D3624-0008-B043-8829-8C8450123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134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5982" y="457200"/>
            <a:ext cx="5553261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9903" y="987426"/>
            <a:ext cx="871662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85982" y="2057400"/>
            <a:ext cx="5553261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99AFE-AC2A-FF44-BF32-A205BDD261FA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D3624-0008-B043-8829-8C8450123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384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5982" y="457200"/>
            <a:ext cx="5553261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19903" y="987426"/>
            <a:ext cx="871662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85982" y="2057400"/>
            <a:ext cx="5553261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99AFE-AC2A-FF44-BF32-A205BDD261FA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D3624-0008-B043-8829-8C8450123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09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99AFE-AC2A-FF44-BF32-A205BDD261FA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D3624-0008-B043-8829-8C8450123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819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321649" y="365125"/>
            <a:ext cx="3712637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83739" y="365125"/>
            <a:ext cx="1092268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99AFE-AC2A-FF44-BF32-A205BDD261FA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D3624-0008-B043-8829-8C8450123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466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83739" y="365126"/>
            <a:ext cx="1485054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3739" y="1825625"/>
            <a:ext cx="1485054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83739" y="6356351"/>
            <a:ext cx="38740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E99AFE-AC2A-FF44-BF32-A205BDD261FA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03471" y="6356351"/>
            <a:ext cx="58110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160230" y="6356351"/>
            <a:ext cx="38740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6D3624-0008-B043-8829-8C8450123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610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7519F-A0A2-F765-757B-C4343C7F3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FE17D0-A366-AA0E-5460-5458C64F6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442" y="1962101"/>
            <a:ext cx="5594269" cy="413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425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2D834-541F-7B8B-3B87-77DCC6F8D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4ADF78E-69DF-996D-A312-BF28344DB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" y="112036"/>
            <a:ext cx="3324400" cy="24556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DA5CB87-ECC0-F1C7-6102-2A6362E3BB51}"/>
              </a:ext>
            </a:extLst>
          </p:cNvPr>
          <p:cNvSpPr txBox="1"/>
          <p:nvPr/>
        </p:nvSpPr>
        <p:spPr>
          <a:xfrm>
            <a:off x="5450288" y="1456936"/>
            <a:ext cx="3333490" cy="48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43" b="1" dirty="0"/>
              <a:t>PC (alpha = 0.01)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3DBED3-0F14-3DB5-F64F-F780B0E79AF2}"/>
              </a:ext>
            </a:extLst>
          </p:cNvPr>
          <p:cNvSpPr txBox="1"/>
          <p:nvPr/>
        </p:nvSpPr>
        <p:spPr>
          <a:xfrm>
            <a:off x="12297872" y="1489885"/>
            <a:ext cx="3333490" cy="48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43" b="1" dirty="0"/>
              <a:t>BOSS (discount = 1)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E6A82A-21D1-184D-0808-FB4ADEF81556}"/>
              </a:ext>
            </a:extLst>
          </p:cNvPr>
          <p:cNvSpPr txBox="1"/>
          <p:nvPr/>
        </p:nvSpPr>
        <p:spPr>
          <a:xfrm>
            <a:off x="311269" y="3116643"/>
            <a:ext cx="3333490" cy="48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43" b="1" dirty="0"/>
              <a:t>BOOTSTRAP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AFA4CB-8EC3-D829-2933-0CFA2C808E05}"/>
              </a:ext>
            </a:extLst>
          </p:cNvPr>
          <p:cNvSpPr txBox="1"/>
          <p:nvPr/>
        </p:nvSpPr>
        <p:spPr>
          <a:xfrm>
            <a:off x="136581" y="5491115"/>
            <a:ext cx="3333490" cy="48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43" b="1" dirty="0"/>
              <a:t>MCMC (95% CI)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CE0C685-EDA1-ED36-631F-D28390BBFB9F}"/>
              </a:ext>
            </a:extLst>
          </p:cNvPr>
          <p:cNvCxnSpPr/>
          <p:nvPr/>
        </p:nvCxnSpPr>
        <p:spPr>
          <a:xfrm>
            <a:off x="1338901" y="2220234"/>
            <a:ext cx="158791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FC665B9-1382-AF63-ACBC-7A402C1410B6}"/>
              </a:ext>
            </a:extLst>
          </p:cNvPr>
          <p:cNvCxnSpPr/>
          <p:nvPr/>
        </p:nvCxnSpPr>
        <p:spPr>
          <a:xfrm>
            <a:off x="1370185" y="4769116"/>
            <a:ext cx="158791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8C36FEB-9280-EAEE-A534-20B1AC1E72B0}"/>
              </a:ext>
            </a:extLst>
          </p:cNvPr>
          <p:cNvCxnSpPr>
            <a:cxnSpLocks/>
          </p:cNvCxnSpPr>
          <p:nvPr/>
        </p:nvCxnSpPr>
        <p:spPr>
          <a:xfrm>
            <a:off x="11076596" y="1363295"/>
            <a:ext cx="0" cy="68350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6401D8D-4AB7-B028-1E3C-B9312934F9B2}"/>
              </a:ext>
            </a:extLst>
          </p:cNvPr>
          <p:cNvSpPr txBox="1"/>
          <p:nvPr/>
        </p:nvSpPr>
        <p:spPr>
          <a:xfrm>
            <a:off x="3390639" y="0"/>
            <a:ext cx="4682820" cy="874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3536" indent="-403536">
              <a:buFont typeface="Arial" panose="020B0604020202020204" pitchFamily="34" charset="0"/>
              <a:buChar char="•"/>
            </a:pPr>
            <a:r>
              <a:rPr lang="en-US" sz="2543" dirty="0"/>
              <a:t>Data size </a:t>
            </a:r>
            <a:r>
              <a:rPr lang="en-US" sz="2543" i="1" dirty="0"/>
              <a:t>n</a:t>
            </a:r>
            <a:r>
              <a:rPr lang="en-US" sz="2543" dirty="0"/>
              <a:t>: </a:t>
            </a:r>
            <a:r>
              <a:rPr lang="en-US" sz="2543" dirty="0">
                <a:highlight>
                  <a:srgbClr val="FFFF00"/>
                </a:highlight>
              </a:rPr>
              <a:t>20</a:t>
            </a:r>
          </a:p>
          <a:p>
            <a:pPr marL="403536" indent="-403536">
              <a:buFont typeface="Arial" panose="020B0604020202020204" pitchFamily="34" charset="0"/>
              <a:buChar char="•"/>
            </a:pPr>
            <a:r>
              <a:rPr lang="en-US" sz="2543" dirty="0"/>
              <a:t>Number of iterations: 10000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ADBDB7-F5B8-F265-19B9-15CFC0D84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4061" y="2414011"/>
            <a:ext cx="7173233" cy="212185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CC085D-569B-C7D3-ED73-84936E9598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9372" y="4806772"/>
            <a:ext cx="7347921" cy="21735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8FA58C9-7289-D63D-DE1F-0B14FD3B8EC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482"/>
          <a:stretch>
            <a:fillRect/>
          </a:stretch>
        </p:blipFill>
        <p:spPr>
          <a:xfrm>
            <a:off x="11205899" y="2497820"/>
            <a:ext cx="6003032" cy="19193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244F19-A22B-FE38-7003-E46444E185D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2645"/>
          <a:stretch>
            <a:fillRect/>
          </a:stretch>
        </p:blipFill>
        <p:spPr>
          <a:xfrm>
            <a:off x="11205900" y="4834141"/>
            <a:ext cx="6043408" cy="204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948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C7666-CF68-0F6B-BD04-08292EEBD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531747C-37C3-2FB8-F0FD-205F42228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0312" y="140227"/>
            <a:ext cx="3324400" cy="24556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B376E4-54C8-5864-826D-BB330DD2DCAE}"/>
              </a:ext>
            </a:extLst>
          </p:cNvPr>
          <p:cNvSpPr txBox="1"/>
          <p:nvPr/>
        </p:nvSpPr>
        <p:spPr>
          <a:xfrm>
            <a:off x="5450288" y="1456936"/>
            <a:ext cx="3333490" cy="48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43" b="1" dirty="0"/>
              <a:t>PC (alpha = 0.01)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9A2FC6-2F05-6DA4-35F0-7E9E82D4BD01}"/>
              </a:ext>
            </a:extLst>
          </p:cNvPr>
          <p:cNvSpPr txBox="1"/>
          <p:nvPr/>
        </p:nvSpPr>
        <p:spPr>
          <a:xfrm>
            <a:off x="12297872" y="1489885"/>
            <a:ext cx="3333490" cy="48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43" b="1" dirty="0"/>
              <a:t>BOSS (discount = 1)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F322CA-9EDA-7D24-78F2-127BD9FCA58A}"/>
              </a:ext>
            </a:extLst>
          </p:cNvPr>
          <p:cNvSpPr txBox="1"/>
          <p:nvPr/>
        </p:nvSpPr>
        <p:spPr>
          <a:xfrm>
            <a:off x="311269" y="3116643"/>
            <a:ext cx="3333490" cy="48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43" b="1" dirty="0"/>
              <a:t>BOOTSTRAP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CA5ECC-1866-1834-51CD-F7D806FC0184}"/>
              </a:ext>
            </a:extLst>
          </p:cNvPr>
          <p:cNvSpPr txBox="1"/>
          <p:nvPr/>
        </p:nvSpPr>
        <p:spPr>
          <a:xfrm>
            <a:off x="136581" y="5491115"/>
            <a:ext cx="3333490" cy="48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43" b="1" dirty="0"/>
              <a:t>MCMC (95% CI)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A38B7DA-B8B7-AA59-460F-BC410DCBE1B0}"/>
              </a:ext>
            </a:extLst>
          </p:cNvPr>
          <p:cNvCxnSpPr/>
          <p:nvPr/>
        </p:nvCxnSpPr>
        <p:spPr>
          <a:xfrm>
            <a:off x="1338901" y="2220234"/>
            <a:ext cx="158791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AE0E1B5-2832-8E1A-B32D-C5401452DF23}"/>
              </a:ext>
            </a:extLst>
          </p:cNvPr>
          <p:cNvCxnSpPr/>
          <p:nvPr/>
        </p:nvCxnSpPr>
        <p:spPr>
          <a:xfrm>
            <a:off x="1370185" y="4769116"/>
            <a:ext cx="158791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3A5DA60-2ED4-6C35-DB69-7DDC4160AB67}"/>
              </a:ext>
            </a:extLst>
          </p:cNvPr>
          <p:cNvCxnSpPr>
            <a:cxnSpLocks/>
          </p:cNvCxnSpPr>
          <p:nvPr/>
        </p:nvCxnSpPr>
        <p:spPr>
          <a:xfrm>
            <a:off x="10194280" y="1428552"/>
            <a:ext cx="0" cy="68350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7EC5912-EA81-3451-5022-06D9BBBF8DD8}"/>
              </a:ext>
            </a:extLst>
          </p:cNvPr>
          <p:cNvSpPr txBox="1"/>
          <p:nvPr/>
        </p:nvSpPr>
        <p:spPr>
          <a:xfrm>
            <a:off x="3390639" y="0"/>
            <a:ext cx="4682820" cy="874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3536" indent="-403536">
              <a:buFont typeface="Arial" panose="020B0604020202020204" pitchFamily="34" charset="0"/>
              <a:buChar char="•"/>
            </a:pPr>
            <a:r>
              <a:rPr lang="en-US" sz="2543" dirty="0"/>
              <a:t>Data size </a:t>
            </a:r>
            <a:r>
              <a:rPr lang="en-US" sz="2543" i="1" dirty="0"/>
              <a:t>n</a:t>
            </a:r>
            <a:r>
              <a:rPr lang="en-US" sz="2543" dirty="0"/>
              <a:t>: </a:t>
            </a:r>
            <a:r>
              <a:rPr lang="en-US" sz="2543" dirty="0">
                <a:highlight>
                  <a:srgbClr val="FFFF00"/>
                </a:highlight>
              </a:rPr>
              <a:t>200</a:t>
            </a:r>
          </a:p>
          <a:p>
            <a:pPr marL="403536" indent="-403536">
              <a:buFont typeface="Arial" panose="020B0604020202020204" pitchFamily="34" charset="0"/>
              <a:buChar char="•"/>
            </a:pPr>
            <a:r>
              <a:rPr lang="en-US" sz="2543" dirty="0"/>
              <a:t>Number of iterations: 10000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B0AF8F-813B-DEE5-C932-868139572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991" y="2466925"/>
            <a:ext cx="6654800" cy="1968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A574AC-8627-CBE0-9915-011BD2B05D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4029" y="4889500"/>
            <a:ext cx="6654800" cy="1968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97F781-002C-7EFF-8711-9CB51204A3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2853" y="2510425"/>
            <a:ext cx="6654800" cy="1968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4A2BF20-A51C-5D25-5AB6-7D6616447A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3083" y="4846089"/>
            <a:ext cx="6654800" cy="196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857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C4301-16D0-F977-F81D-56DE16832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259D216-DE47-A179-E19C-E7BB1B794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0312" y="140227"/>
            <a:ext cx="3324400" cy="24556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70DE9C-7073-BDE9-C96C-343A83A1C079}"/>
              </a:ext>
            </a:extLst>
          </p:cNvPr>
          <p:cNvSpPr txBox="1"/>
          <p:nvPr/>
        </p:nvSpPr>
        <p:spPr>
          <a:xfrm>
            <a:off x="5450288" y="1456936"/>
            <a:ext cx="3333490" cy="48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43" b="1" dirty="0"/>
              <a:t>PC (alpha = 0.01)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186AB4-FB1B-474F-AB94-F598B00A1E6E}"/>
              </a:ext>
            </a:extLst>
          </p:cNvPr>
          <p:cNvSpPr txBox="1"/>
          <p:nvPr/>
        </p:nvSpPr>
        <p:spPr>
          <a:xfrm>
            <a:off x="12297872" y="1489885"/>
            <a:ext cx="3333490" cy="48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43" b="1" dirty="0"/>
              <a:t>BOSS (discount = 1)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396A50-A33F-C7E6-3B09-4B4CBA0ECAF7}"/>
              </a:ext>
            </a:extLst>
          </p:cNvPr>
          <p:cNvSpPr txBox="1"/>
          <p:nvPr/>
        </p:nvSpPr>
        <p:spPr>
          <a:xfrm>
            <a:off x="250710" y="3101840"/>
            <a:ext cx="3333490" cy="48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43" b="1" dirty="0"/>
              <a:t>BOOTSTRAP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5A6C63-C616-7DF7-EDA4-2AE90450AF25}"/>
              </a:ext>
            </a:extLst>
          </p:cNvPr>
          <p:cNvSpPr txBox="1"/>
          <p:nvPr/>
        </p:nvSpPr>
        <p:spPr>
          <a:xfrm>
            <a:off x="190152" y="5308103"/>
            <a:ext cx="3333490" cy="48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43" b="1" dirty="0"/>
              <a:t>MCMC (95% CI)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06FBB3-132C-EBB6-E843-52936902A745}"/>
              </a:ext>
            </a:extLst>
          </p:cNvPr>
          <p:cNvCxnSpPr/>
          <p:nvPr/>
        </p:nvCxnSpPr>
        <p:spPr>
          <a:xfrm>
            <a:off x="1338901" y="2220234"/>
            <a:ext cx="158791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742F21-000E-D3AB-3F8B-D9E4456E50BC}"/>
              </a:ext>
            </a:extLst>
          </p:cNvPr>
          <p:cNvCxnSpPr/>
          <p:nvPr/>
        </p:nvCxnSpPr>
        <p:spPr>
          <a:xfrm>
            <a:off x="1338902" y="4575117"/>
            <a:ext cx="158791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7DE3981-0F28-FCAC-3EF5-EE648C9522F6}"/>
              </a:ext>
            </a:extLst>
          </p:cNvPr>
          <p:cNvCxnSpPr>
            <a:cxnSpLocks/>
          </p:cNvCxnSpPr>
          <p:nvPr/>
        </p:nvCxnSpPr>
        <p:spPr>
          <a:xfrm>
            <a:off x="10194280" y="1428552"/>
            <a:ext cx="0" cy="68350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139E5D3-5BD4-BF28-70FF-D2FCCC76398C}"/>
              </a:ext>
            </a:extLst>
          </p:cNvPr>
          <p:cNvSpPr txBox="1"/>
          <p:nvPr/>
        </p:nvSpPr>
        <p:spPr>
          <a:xfrm>
            <a:off x="3390639" y="0"/>
            <a:ext cx="4682820" cy="874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3536" indent="-403536">
              <a:buFont typeface="Arial" panose="020B0604020202020204" pitchFamily="34" charset="0"/>
              <a:buChar char="•"/>
            </a:pPr>
            <a:r>
              <a:rPr lang="en-US" sz="2543" dirty="0"/>
              <a:t>Data size </a:t>
            </a:r>
            <a:r>
              <a:rPr lang="en-US" sz="2543" i="1" dirty="0"/>
              <a:t>n</a:t>
            </a:r>
            <a:r>
              <a:rPr lang="en-US" sz="2543" dirty="0"/>
              <a:t>: </a:t>
            </a:r>
            <a:r>
              <a:rPr lang="en-US" sz="2543" dirty="0">
                <a:highlight>
                  <a:srgbClr val="FFFF00"/>
                </a:highlight>
              </a:rPr>
              <a:t>500</a:t>
            </a:r>
          </a:p>
          <a:p>
            <a:pPr marL="403536" indent="-403536">
              <a:buFont typeface="Arial" panose="020B0604020202020204" pitchFamily="34" charset="0"/>
              <a:buChar char="•"/>
            </a:pPr>
            <a:r>
              <a:rPr lang="en-US" sz="2543" dirty="0"/>
              <a:t>Number of iterations: 10000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DDA15C-378F-D139-0399-6ECF49CA3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4311" y="2326977"/>
            <a:ext cx="4759457" cy="20435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BE3912-D38E-3736-40EA-F16B2D5F29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4311" y="4669536"/>
            <a:ext cx="4861946" cy="20875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95EBCE5-A40D-6A86-8C14-F9032B9E73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4951" y="2444749"/>
            <a:ext cx="4838870" cy="20776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05FFCB-51C5-F450-6F71-9E7CB2F944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4950" y="4746894"/>
            <a:ext cx="4636613" cy="1990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405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3914B-D3A1-0F1A-4282-3809C607D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E9054C-7B6D-8274-B732-C2A461B8D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0312" y="140227"/>
            <a:ext cx="3324400" cy="24556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97502C-3840-D8FC-38CA-96284D830E97}"/>
              </a:ext>
            </a:extLst>
          </p:cNvPr>
          <p:cNvSpPr txBox="1"/>
          <p:nvPr/>
        </p:nvSpPr>
        <p:spPr>
          <a:xfrm>
            <a:off x="5450288" y="1456936"/>
            <a:ext cx="3333490" cy="48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43" b="1" dirty="0"/>
              <a:t>PC (alpha = 0.01)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FD1923-25BF-F85D-FAB2-72FEC2886C74}"/>
              </a:ext>
            </a:extLst>
          </p:cNvPr>
          <p:cNvSpPr txBox="1"/>
          <p:nvPr/>
        </p:nvSpPr>
        <p:spPr>
          <a:xfrm>
            <a:off x="12297872" y="1489885"/>
            <a:ext cx="3333490" cy="48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43" b="1" dirty="0"/>
              <a:t>BOSS (discount = 1)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98E370-368C-CFDD-6741-2EC48436BD34}"/>
              </a:ext>
            </a:extLst>
          </p:cNvPr>
          <p:cNvSpPr txBox="1"/>
          <p:nvPr/>
        </p:nvSpPr>
        <p:spPr>
          <a:xfrm>
            <a:off x="311269" y="3116643"/>
            <a:ext cx="3333490" cy="48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43" b="1" dirty="0"/>
              <a:t>BOOTSTRAP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3BF002-0221-F01C-CE84-26D82600C88C}"/>
              </a:ext>
            </a:extLst>
          </p:cNvPr>
          <p:cNvSpPr txBox="1"/>
          <p:nvPr/>
        </p:nvSpPr>
        <p:spPr>
          <a:xfrm>
            <a:off x="136581" y="5491115"/>
            <a:ext cx="3333490" cy="48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43" b="1" dirty="0"/>
              <a:t>MCMC (95% CI)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B334A4-4DDA-7EDF-2B2B-0CB109A317FF}"/>
              </a:ext>
            </a:extLst>
          </p:cNvPr>
          <p:cNvCxnSpPr/>
          <p:nvPr/>
        </p:nvCxnSpPr>
        <p:spPr>
          <a:xfrm>
            <a:off x="1338901" y="2220234"/>
            <a:ext cx="158791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54709A6-6766-53E2-367B-2EF6FBD28605}"/>
              </a:ext>
            </a:extLst>
          </p:cNvPr>
          <p:cNvCxnSpPr/>
          <p:nvPr/>
        </p:nvCxnSpPr>
        <p:spPr>
          <a:xfrm>
            <a:off x="1370185" y="4769116"/>
            <a:ext cx="158791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B6D057-65A4-3E90-5969-DD320EA15864}"/>
              </a:ext>
            </a:extLst>
          </p:cNvPr>
          <p:cNvCxnSpPr>
            <a:cxnSpLocks/>
          </p:cNvCxnSpPr>
          <p:nvPr/>
        </p:nvCxnSpPr>
        <p:spPr>
          <a:xfrm>
            <a:off x="10194280" y="1428552"/>
            <a:ext cx="0" cy="68350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D8D838D-7C0A-5E2D-01BA-DBAD6D5077DD}"/>
              </a:ext>
            </a:extLst>
          </p:cNvPr>
          <p:cNvSpPr txBox="1"/>
          <p:nvPr/>
        </p:nvSpPr>
        <p:spPr>
          <a:xfrm>
            <a:off x="3390639" y="0"/>
            <a:ext cx="4682820" cy="874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3536" indent="-403536">
              <a:buFont typeface="Arial" panose="020B0604020202020204" pitchFamily="34" charset="0"/>
              <a:buChar char="•"/>
            </a:pPr>
            <a:r>
              <a:rPr lang="en-US" sz="2543" dirty="0"/>
              <a:t>Data size </a:t>
            </a:r>
            <a:r>
              <a:rPr lang="en-US" sz="2543" i="1" dirty="0"/>
              <a:t>n</a:t>
            </a:r>
            <a:r>
              <a:rPr lang="en-US" sz="2543" dirty="0"/>
              <a:t>: </a:t>
            </a:r>
            <a:r>
              <a:rPr lang="en-US" sz="2543" dirty="0">
                <a:highlight>
                  <a:srgbClr val="FFFF00"/>
                </a:highlight>
              </a:rPr>
              <a:t>2000</a:t>
            </a:r>
          </a:p>
          <a:p>
            <a:pPr marL="403536" indent="-403536">
              <a:buFont typeface="Arial" panose="020B0604020202020204" pitchFamily="34" charset="0"/>
              <a:buChar char="•"/>
            </a:pPr>
            <a:r>
              <a:rPr lang="en-US" sz="2543" dirty="0"/>
              <a:t>Number of iterations: 10000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F368BF-B97C-96D6-FBFE-5F642072C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4590" y="2595882"/>
            <a:ext cx="4584700" cy="1968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C03BCA-9A39-23D3-0818-9B9B4DFCCF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505" y="4889500"/>
            <a:ext cx="4584700" cy="1968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83FA3E6-5D03-7BD7-8BAD-825F907AA2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8662" y="2538584"/>
            <a:ext cx="4584700" cy="1968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371B16-4CBA-2083-AF11-5D5DC25CA9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76356" y="4895172"/>
            <a:ext cx="4584700" cy="196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254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2BD6D-B616-5725-EFEF-D92AE0C9F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1F291-AC33-7B10-AC99-E011D338E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D1BEE7-3652-F79D-D6CD-29FF8D883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208" y="1690688"/>
            <a:ext cx="4492977" cy="4263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329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78380-5B37-F307-AA24-237D9FFDC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44B6E29-6BD0-B4C7-C9A8-940437E618E1}"/>
              </a:ext>
            </a:extLst>
          </p:cNvPr>
          <p:cNvSpPr txBox="1"/>
          <p:nvPr/>
        </p:nvSpPr>
        <p:spPr>
          <a:xfrm>
            <a:off x="5450288" y="1456936"/>
            <a:ext cx="3333490" cy="48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43" b="1" dirty="0"/>
              <a:t>PC (alpha = 0.01)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211223-86C2-6F90-979C-CE3D99B698AE}"/>
              </a:ext>
            </a:extLst>
          </p:cNvPr>
          <p:cNvSpPr txBox="1"/>
          <p:nvPr/>
        </p:nvSpPr>
        <p:spPr>
          <a:xfrm>
            <a:off x="12297872" y="1489885"/>
            <a:ext cx="3333490" cy="48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43" b="1" dirty="0"/>
              <a:t>BOSS (discount = 1)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C17BDD-BE45-625C-988B-A282905BBBD2}"/>
              </a:ext>
            </a:extLst>
          </p:cNvPr>
          <p:cNvSpPr txBox="1"/>
          <p:nvPr/>
        </p:nvSpPr>
        <p:spPr>
          <a:xfrm>
            <a:off x="311269" y="3116643"/>
            <a:ext cx="3333490" cy="48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43" b="1" dirty="0"/>
              <a:t>BOOTSTRAP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AC1FCD-5EFA-507F-386F-799E404D53B9}"/>
              </a:ext>
            </a:extLst>
          </p:cNvPr>
          <p:cNvSpPr txBox="1"/>
          <p:nvPr/>
        </p:nvSpPr>
        <p:spPr>
          <a:xfrm>
            <a:off x="136581" y="5491115"/>
            <a:ext cx="3333490" cy="48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43" b="1" dirty="0"/>
              <a:t>MCMC (95% CI)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7B11A3F-5174-5094-0748-1DE6AD064789}"/>
              </a:ext>
            </a:extLst>
          </p:cNvPr>
          <p:cNvCxnSpPr/>
          <p:nvPr/>
        </p:nvCxnSpPr>
        <p:spPr>
          <a:xfrm>
            <a:off x="1338901" y="2220234"/>
            <a:ext cx="158791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9BC3978-3352-8FCD-4B6C-65F801C1184C}"/>
              </a:ext>
            </a:extLst>
          </p:cNvPr>
          <p:cNvCxnSpPr/>
          <p:nvPr/>
        </p:nvCxnSpPr>
        <p:spPr>
          <a:xfrm>
            <a:off x="1370185" y="4769116"/>
            <a:ext cx="158791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A3948A0-63DC-28FB-2995-C562AEC8578D}"/>
              </a:ext>
            </a:extLst>
          </p:cNvPr>
          <p:cNvCxnSpPr>
            <a:cxnSpLocks/>
          </p:cNvCxnSpPr>
          <p:nvPr/>
        </p:nvCxnSpPr>
        <p:spPr>
          <a:xfrm>
            <a:off x="9905739" y="1351579"/>
            <a:ext cx="0" cy="68350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D166B3A-322B-93CB-5C8C-1B5ABDFE15AD}"/>
              </a:ext>
            </a:extLst>
          </p:cNvPr>
          <p:cNvSpPr txBox="1"/>
          <p:nvPr/>
        </p:nvSpPr>
        <p:spPr>
          <a:xfrm>
            <a:off x="3390639" y="0"/>
            <a:ext cx="4682820" cy="874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3536" indent="-403536">
              <a:buFont typeface="Arial" panose="020B0604020202020204" pitchFamily="34" charset="0"/>
              <a:buChar char="•"/>
            </a:pPr>
            <a:r>
              <a:rPr lang="en-US" sz="2543" dirty="0"/>
              <a:t>Data size </a:t>
            </a:r>
            <a:r>
              <a:rPr lang="en-US" sz="2543" i="1" dirty="0"/>
              <a:t>n</a:t>
            </a:r>
            <a:r>
              <a:rPr lang="en-US" sz="2543" dirty="0"/>
              <a:t>: </a:t>
            </a:r>
            <a:r>
              <a:rPr lang="en-US" sz="2543" dirty="0">
                <a:highlight>
                  <a:srgbClr val="FFFF00"/>
                </a:highlight>
              </a:rPr>
              <a:t>20</a:t>
            </a:r>
          </a:p>
          <a:p>
            <a:pPr marL="403536" indent="-403536">
              <a:buFont typeface="Arial" panose="020B0604020202020204" pitchFamily="34" charset="0"/>
              <a:buChar char="•"/>
            </a:pPr>
            <a:r>
              <a:rPr lang="en-US" sz="2543" dirty="0"/>
              <a:t>Number of iterations: 10000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36757E-31EC-759D-CFD1-DE6F140ABA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024"/>
          <a:stretch>
            <a:fillRect/>
          </a:stretch>
        </p:blipFill>
        <p:spPr>
          <a:xfrm>
            <a:off x="3470071" y="2332434"/>
            <a:ext cx="5016196" cy="22296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A88EF6-5293-0A09-C6CD-7F81541B6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639" y="4889500"/>
            <a:ext cx="6515100" cy="1968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2302A4-23DA-1B04-35B4-2DEC98251B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822" y="2510425"/>
            <a:ext cx="6515100" cy="1968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42D8B6B-5C9B-CA92-BB61-32AA03B6D7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7325" y="4899887"/>
            <a:ext cx="6515100" cy="196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088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85495-EE22-36E7-6BFD-9172AC4D2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7873009-071F-A39E-2494-7F47CF5AF735}"/>
              </a:ext>
            </a:extLst>
          </p:cNvPr>
          <p:cNvSpPr txBox="1"/>
          <p:nvPr/>
        </p:nvSpPr>
        <p:spPr>
          <a:xfrm>
            <a:off x="5450288" y="1456936"/>
            <a:ext cx="3333490" cy="48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43" b="1" dirty="0"/>
              <a:t>PC (alpha = 0.01)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B43133-0684-1671-4320-F5A84707F07E}"/>
              </a:ext>
            </a:extLst>
          </p:cNvPr>
          <p:cNvSpPr txBox="1"/>
          <p:nvPr/>
        </p:nvSpPr>
        <p:spPr>
          <a:xfrm>
            <a:off x="12297872" y="1489885"/>
            <a:ext cx="3333490" cy="48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43" b="1" dirty="0"/>
              <a:t>BOSS (discount = 1)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E5D0BB-D014-5F12-6781-D39D10E2AF98}"/>
              </a:ext>
            </a:extLst>
          </p:cNvPr>
          <p:cNvSpPr txBox="1"/>
          <p:nvPr/>
        </p:nvSpPr>
        <p:spPr>
          <a:xfrm>
            <a:off x="311269" y="3116643"/>
            <a:ext cx="3333490" cy="48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43" b="1" dirty="0"/>
              <a:t>BOOTSTRAP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5B5B67-9DA0-BD0B-F400-F898DA849A98}"/>
              </a:ext>
            </a:extLst>
          </p:cNvPr>
          <p:cNvSpPr txBox="1"/>
          <p:nvPr/>
        </p:nvSpPr>
        <p:spPr>
          <a:xfrm>
            <a:off x="136581" y="5491115"/>
            <a:ext cx="3333490" cy="48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43" b="1" dirty="0"/>
              <a:t>MCMC (95% CI)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E170BA8-1020-6B15-DAC9-37D3E2137B63}"/>
              </a:ext>
            </a:extLst>
          </p:cNvPr>
          <p:cNvCxnSpPr/>
          <p:nvPr/>
        </p:nvCxnSpPr>
        <p:spPr>
          <a:xfrm>
            <a:off x="1338901" y="2220234"/>
            <a:ext cx="158791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807775A-D0C9-1626-C879-FBDBDF85F1D7}"/>
              </a:ext>
            </a:extLst>
          </p:cNvPr>
          <p:cNvCxnSpPr/>
          <p:nvPr/>
        </p:nvCxnSpPr>
        <p:spPr>
          <a:xfrm>
            <a:off x="1370185" y="4769116"/>
            <a:ext cx="158791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6450892-6768-9D59-CC60-04FCEBFB6E96}"/>
              </a:ext>
            </a:extLst>
          </p:cNvPr>
          <p:cNvCxnSpPr>
            <a:cxnSpLocks/>
          </p:cNvCxnSpPr>
          <p:nvPr/>
        </p:nvCxnSpPr>
        <p:spPr>
          <a:xfrm>
            <a:off x="9726448" y="1401368"/>
            <a:ext cx="0" cy="68350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D46E35E-34EF-2F8C-5C1E-86FA6ED98A57}"/>
              </a:ext>
            </a:extLst>
          </p:cNvPr>
          <p:cNvSpPr txBox="1"/>
          <p:nvPr/>
        </p:nvSpPr>
        <p:spPr>
          <a:xfrm>
            <a:off x="3390639" y="0"/>
            <a:ext cx="4682820" cy="874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3536" indent="-403536">
              <a:buFont typeface="Arial" panose="020B0604020202020204" pitchFamily="34" charset="0"/>
              <a:buChar char="•"/>
            </a:pPr>
            <a:r>
              <a:rPr lang="en-US" sz="2543" dirty="0"/>
              <a:t>Data size </a:t>
            </a:r>
            <a:r>
              <a:rPr lang="en-US" sz="2543" i="1" dirty="0"/>
              <a:t>n</a:t>
            </a:r>
            <a:r>
              <a:rPr lang="en-US" sz="2543" dirty="0"/>
              <a:t>: </a:t>
            </a:r>
            <a:r>
              <a:rPr lang="en-US" sz="2543" dirty="0">
                <a:highlight>
                  <a:srgbClr val="FFFF00"/>
                </a:highlight>
              </a:rPr>
              <a:t>200</a:t>
            </a:r>
          </a:p>
          <a:p>
            <a:pPr marL="403536" indent="-403536">
              <a:buFont typeface="Arial" panose="020B0604020202020204" pitchFamily="34" charset="0"/>
              <a:buChar char="•"/>
            </a:pPr>
            <a:r>
              <a:rPr lang="en-US" sz="2543" dirty="0"/>
              <a:t>Number of iterations: 10000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4AA81F-3948-B5B2-3877-A360D73D8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3" y="58154"/>
            <a:ext cx="2948202" cy="27975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227E0E-2699-FC23-A506-066094F1A2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3829" r="23602" b="1"/>
          <a:stretch>
            <a:fillRect/>
          </a:stretch>
        </p:blipFill>
        <p:spPr>
          <a:xfrm>
            <a:off x="2986427" y="2356458"/>
            <a:ext cx="6422848" cy="21330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6738EB4-C8A7-71F7-475B-B56318CEAE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2394"/>
          <a:stretch>
            <a:fillRect/>
          </a:stretch>
        </p:blipFill>
        <p:spPr>
          <a:xfrm>
            <a:off x="2986427" y="4818905"/>
            <a:ext cx="5797349" cy="20954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D5FBE1-D930-804C-A0C5-14ABF6D2A3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3732" y="2575368"/>
            <a:ext cx="6986289" cy="17071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E44DC1B-A144-289C-6CC2-A27EF4F6D1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3732" y="4818905"/>
            <a:ext cx="7383272" cy="180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837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B4D80-9F1E-B472-E1AD-9E09587E3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8CC0FC9-DE01-A79C-B03F-CBE6C14044AC}"/>
              </a:ext>
            </a:extLst>
          </p:cNvPr>
          <p:cNvSpPr txBox="1"/>
          <p:nvPr/>
        </p:nvSpPr>
        <p:spPr>
          <a:xfrm>
            <a:off x="5450288" y="1456936"/>
            <a:ext cx="3333490" cy="48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43" b="1" dirty="0"/>
              <a:t>PC (alpha = 0.01)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01A994-B7A8-7466-7BA1-0740476ACC95}"/>
              </a:ext>
            </a:extLst>
          </p:cNvPr>
          <p:cNvSpPr txBox="1"/>
          <p:nvPr/>
        </p:nvSpPr>
        <p:spPr>
          <a:xfrm>
            <a:off x="12297872" y="1489885"/>
            <a:ext cx="3333490" cy="48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43" b="1" dirty="0"/>
              <a:t>BOSS (discount = 1)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F6C90E-23F7-D1E4-4402-E447BD7E6F3B}"/>
              </a:ext>
            </a:extLst>
          </p:cNvPr>
          <p:cNvSpPr txBox="1"/>
          <p:nvPr/>
        </p:nvSpPr>
        <p:spPr>
          <a:xfrm>
            <a:off x="250710" y="3101840"/>
            <a:ext cx="3333490" cy="48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43" b="1" dirty="0"/>
              <a:t>BOOTSTRAP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A3B942-79E2-971E-67C6-1C2112AC06CB}"/>
              </a:ext>
            </a:extLst>
          </p:cNvPr>
          <p:cNvSpPr txBox="1"/>
          <p:nvPr/>
        </p:nvSpPr>
        <p:spPr>
          <a:xfrm>
            <a:off x="190152" y="5308103"/>
            <a:ext cx="3333490" cy="48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43" b="1" dirty="0"/>
              <a:t>MCMC (95% CI)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74AA913-BEAC-5341-6967-1F9BA19CAA8A}"/>
              </a:ext>
            </a:extLst>
          </p:cNvPr>
          <p:cNvCxnSpPr/>
          <p:nvPr/>
        </p:nvCxnSpPr>
        <p:spPr>
          <a:xfrm>
            <a:off x="1338901" y="2220234"/>
            <a:ext cx="158791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31FA7CA-F7F2-8648-C98C-23F84EE24221}"/>
              </a:ext>
            </a:extLst>
          </p:cNvPr>
          <p:cNvCxnSpPr/>
          <p:nvPr/>
        </p:nvCxnSpPr>
        <p:spPr>
          <a:xfrm>
            <a:off x="1338902" y="4575117"/>
            <a:ext cx="158791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99B8C16-353B-80A1-E2AF-77B825DAA602}"/>
              </a:ext>
            </a:extLst>
          </p:cNvPr>
          <p:cNvCxnSpPr>
            <a:cxnSpLocks/>
          </p:cNvCxnSpPr>
          <p:nvPr/>
        </p:nvCxnSpPr>
        <p:spPr>
          <a:xfrm>
            <a:off x="9598857" y="1447373"/>
            <a:ext cx="0" cy="68350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509A97C-81CA-7B0A-CE01-B74B9060AF2F}"/>
              </a:ext>
            </a:extLst>
          </p:cNvPr>
          <p:cNvSpPr txBox="1"/>
          <p:nvPr/>
        </p:nvSpPr>
        <p:spPr>
          <a:xfrm>
            <a:off x="3390639" y="0"/>
            <a:ext cx="4682820" cy="874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3536" indent="-403536">
              <a:buFont typeface="Arial" panose="020B0604020202020204" pitchFamily="34" charset="0"/>
              <a:buChar char="•"/>
            </a:pPr>
            <a:r>
              <a:rPr lang="en-US" sz="2543" dirty="0"/>
              <a:t>Data size </a:t>
            </a:r>
            <a:r>
              <a:rPr lang="en-US" sz="2543" i="1" dirty="0"/>
              <a:t>n</a:t>
            </a:r>
            <a:r>
              <a:rPr lang="en-US" sz="2543" dirty="0"/>
              <a:t>: </a:t>
            </a:r>
            <a:r>
              <a:rPr lang="en-US" sz="2543" dirty="0">
                <a:highlight>
                  <a:srgbClr val="FFFF00"/>
                </a:highlight>
              </a:rPr>
              <a:t>500</a:t>
            </a:r>
          </a:p>
          <a:p>
            <a:pPr marL="403536" indent="-403536">
              <a:buFont typeface="Arial" panose="020B0604020202020204" pitchFamily="34" charset="0"/>
              <a:buChar char="•"/>
            </a:pPr>
            <a:r>
              <a:rPr lang="en-US" sz="2543" dirty="0"/>
              <a:t>Number of iterations: 10000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445232-29A2-2867-F0E8-31237A9F1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3" y="58154"/>
            <a:ext cx="2948202" cy="27975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5F9E2B-9EB2-0952-0039-0411C3D47F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4029"/>
          <a:stretch>
            <a:fillRect/>
          </a:stretch>
        </p:blipFill>
        <p:spPr>
          <a:xfrm>
            <a:off x="2880905" y="2429307"/>
            <a:ext cx="6071710" cy="19529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42CE8E-FDE0-422B-100F-99B6777383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333"/>
          <a:stretch>
            <a:fillRect/>
          </a:stretch>
        </p:blipFill>
        <p:spPr>
          <a:xfrm>
            <a:off x="2880904" y="4676252"/>
            <a:ext cx="6465112" cy="19584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8A0892-A4BB-D9C3-3ECA-12D4D23CDD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7693" y="2429307"/>
            <a:ext cx="7289133" cy="17811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0B6C0D5-5F54-36C5-C6FD-FF9D3EC174E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5937"/>
          <a:stretch>
            <a:fillRect/>
          </a:stretch>
        </p:blipFill>
        <p:spPr>
          <a:xfrm>
            <a:off x="9767694" y="4773486"/>
            <a:ext cx="6402796" cy="186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486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308B8-D947-AE99-D84A-129EC7C7B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917F114-0DE1-8A41-2451-85783F422AF2}"/>
              </a:ext>
            </a:extLst>
          </p:cNvPr>
          <p:cNvSpPr txBox="1"/>
          <p:nvPr/>
        </p:nvSpPr>
        <p:spPr>
          <a:xfrm>
            <a:off x="5450288" y="1456936"/>
            <a:ext cx="3333490" cy="48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43" b="1" dirty="0"/>
              <a:t>PC (alpha = 0.01)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1870FC-CAA6-BCA7-50D8-F72D4333CEE9}"/>
              </a:ext>
            </a:extLst>
          </p:cNvPr>
          <p:cNvSpPr txBox="1"/>
          <p:nvPr/>
        </p:nvSpPr>
        <p:spPr>
          <a:xfrm>
            <a:off x="12297872" y="1489885"/>
            <a:ext cx="3333490" cy="48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43" b="1" dirty="0"/>
              <a:t>BOSS (discount = 1)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2A4F26-D37D-B021-9AFC-A40A66CE65E4}"/>
              </a:ext>
            </a:extLst>
          </p:cNvPr>
          <p:cNvSpPr txBox="1"/>
          <p:nvPr/>
        </p:nvSpPr>
        <p:spPr>
          <a:xfrm>
            <a:off x="311269" y="3116643"/>
            <a:ext cx="3333490" cy="48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43" b="1" dirty="0"/>
              <a:t>BOOTSTRAP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1EF9A0-0602-E759-114B-53DFEA3BFA89}"/>
              </a:ext>
            </a:extLst>
          </p:cNvPr>
          <p:cNvSpPr txBox="1"/>
          <p:nvPr/>
        </p:nvSpPr>
        <p:spPr>
          <a:xfrm>
            <a:off x="136581" y="5491115"/>
            <a:ext cx="3333490" cy="48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43" b="1" dirty="0"/>
              <a:t>MCMC (95% CI)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E28E354-A334-5935-8783-E1594105BE77}"/>
              </a:ext>
            </a:extLst>
          </p:cNvPr>
          <p:cNvCxnSpPr/>
          <p:nvPr/>
        </p:nvCxnSpPr>
        <p:spPr>
          <a:xfrm>
            <a:off x="1338901" y="2220234"/>
            <a:ext cx="158791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000CB83-6B88-EF50-BD2E-78C0582CC6CF}"/>
              </a:ext>
            </a:extLst>
          </p:cNvPr>
          <p:cNvCxnSpPr/>
          <p:nvPr/>
        </p:nvCxnSpPr>
        <p:spPr>
          <a:xfrm>
            <a:off x="1370185" y="4769116"/>
            <a:ext cx="158791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1A8AA04-8132-C150-6803-33AE19E7F33E}"/>
              </a:ext>
            </a:extLst>
          </p:cNvPr>
          <p:cNvCxnSpPr>
            <a:cxnSpLocks/>
          </p:cNvCxnSpPr>
          <p:nvPr/>
        </p:nvCxnSpPr>
        <p:spPr>
          <a:xfrm>
            <a:off x="10739031" y="1351579"/>
            <a:ext cx="0" cy="68350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BA17175-9E29-EFBE-17B8-9B7CC8A03C53}"/>
              </a:ext>
            </a:extLst>
          </p:cNvPr>
          <p:cNvSpPr txBox="1"/>
          <p:nvPr/>
        </p:nvSpPr>
        <p:spPr>
          <a:xfrm>
            <a:off x="3390639" y="0"/>
            <a:ext cx="4682820" cy="874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3536" indent="-403536">
              <a:buFont typeface="Arial" panose="020B0604020202020204" pitchFamily="34" charset="0"/>
              <a:buChar char="•"/>
            </a:pPr>
            <a:r>
              <a:rPr lang="en-US" sz="2543" dirty="0"/>
              <a:t>Data size </a:t>
            </a:r>
            <a:r>
              <a:rPr lang="en-US" sz="2543" i="1" dirty="0"/>
              <a:t>n</a:t>
            </a:r>
            <a:r>
              <a:rPr lang="en-US" sz="2543" dirty="0"/>
              <a:t>: </a:t>
            </a:r>
            <a:r>
              <a:rPr lang="en-US" sz="2543" dirty="0">
                <a:highlight>
                  <a:srgbClr val="FFFF00"/>
                </a:highlight>
              </a:rPr>
              <a:t>2000</a:t>
            </a:r>
          </a:p>
          <a:p>
            <a:pPr marL="403536" indent="-403536">
              <a:buFont typeface="Arial" panose="020B0604020202020204" pitchFamily="34" charset="0"/>
              <a:buChar char="•"/>
            </a:pPr>
            <a:r>
              <a:rPr lang="en-US" sz="2543" dirty="0"/>
              <a:t>Number of iterations: 10000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E27058-F966-482F-A36A-00539DC0B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3" y="58154"/>
            <a:ext cx="2948202" cy="27975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B249D15-2025-D9A8-84CF-E93771D26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867" y="2402264"/>
            <a:ext cx="7821943" cy="191137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0587559-16BE-0874-077C-CBA0ECF56B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1867" y="4832737"/>
            <a:ext cx="7821943" cy="191137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0099954-DE0C-9271-30AA-2CEBD6A7F1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8771"/>
          <a:stretch>
            <a:fillRect/>
          </a:stretch>
        </p:blipFill>
        <p:spPr>
          <a:xfrm>
            <a:off x="10810929" y="2499874"/>
            <a:ext cx="6407096" cy="171615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8B8035B-5622-A272-9B87-015A9968016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3930"/>
          <a:stretch>
            <a:fillRect/>
          </a:stretch>
        </p:blipFill>
        <p:spPr>
          <a:xfrm>
            <a:off x="10944253" y="4962929"/>
            <a:ext cx="6273772" cy="178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640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1273</TotalTime>
  <Words>236</Words>
  <Application>Microsoft Macintosh PowerPoint</Application>
  <PresentationFormat>Custom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Example 1</vt:lpstr>
      <vt:lpstr>PowerPoint Presentation</vt:lpstr>
      <vt:lpstr>PowerPoint Presentation</vt:lpstr>
      <vt:lpstr>PowerPoint Presentation</vt:lpstr>
      <vt:lpstr>PowerPoint Presentation</vt:lpstr>
      <vt:lpstr>Example 2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 Ong</dc:creator>
  <cp:lastModifiedBy>Jon Ong</cp:lastModifiedBy>
  <cp:revision>2</cp:revision>
  <dcterms:created xsi:type="dcterms:W3CDTF">2026-04-02T00:08:08Z</dcterms:created>
  <dcterms:modified xsi:type="dcterms:W3CDTF">2026-04-02T21:21:20Z</dcterms:modified>
</cp:coreProperties>
</file>